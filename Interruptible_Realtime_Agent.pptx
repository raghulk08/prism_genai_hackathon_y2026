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8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1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voice agents must stay correct when users interrupt, re-plan, or correct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half-duplex assistants listen, think, then speak. When the user corrects mid-flight, the stale result can still win.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asyncio loop with an injected clock. Fast path never uses an LLM; completion language only comes from the ledger-grounded composer.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Fuzzer Test 5 covers this: the Pune result arrives after the interrupt and is dropped; only the Hyderabad result is spoken.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call records the slots it consumed. On a slot correction only calls whose read-set intersects the change are cancelled.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State-modifying tools are never speculative. Read-only tools bypass the gate so they can run on partial transcripts.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Deictic phrases trigger grounding. Generic phrases like 'make that Friday'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&lt;user&gt; with the real GitHub handle. Confirm requirements.txt exists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05 — HACKATHON SUBMISSION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Interruptible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Voice Agent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4754880" cy="1993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Fast-and-slow execution that stays correct when users change their minds mid-sentence.</a:t>
            </a:r>
            <a:b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</a:t>
            </a:r>
            <a:b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DANIEL 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PARTHA SARATHI S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RAGHUL K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VINETH 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943600" y="2331720"/>
            <a:ext cx="146304" cy="45720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81344" y="2148840"/>
            <a:ext cx="146304" cy="82296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19088" y="1874520"/>
            <a:ext cx="146304" cy="137160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56832" y="2240280"/>
            <a:ext cx="146304" cy="64008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94576" y="1600200"/>
            <a:ext cx="146304" cy="192024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0" y="2011680"/>
            <a:ext cx="146304" cy="109728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70064" y="1371600"/>
            <a:ext cx="146304" cy="2377440"/>
          </a:xfrm>
          <a:prstGeom prst="roundRect">
            <a:avLst>
              <a:gd name="adj" fmla="val 31250"/>
            </a:avLst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07808" y="2103120"/>
            <a:ext cx="146304" cy="91440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45552" y="1737360"/>
            <a:ext cx="146304" cy="164592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83296" y="2286000"/>
            <a:ext cx="146304" cy="54864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920240"/>
            <a:ext cx="146304" cy="128016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58784" y="2194560"/>
            <a:ext cx="146304" cy="731520"/>
          </a:xfrm>
          <a:prstGeom prst="roundRect">
            <a:avLst>
              <a:gd name="adj" fmla="val 312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1424" y="39319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interrupts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 agents fail when users interrupt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931920" cy="2103120"/>
          </a:xfrm>
          <a:prstGeom prst="roundRect">
            <a:avLst>
              <a:gd name="adj" fmla="val 3478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SAYS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11680"/>
            <a:ext cx="3474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“Book a flight to Mumbai… </a:t>
            </a:r>
            <a:r>
              <a:rPr lang="en-US" sz="22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wait, make that Delhi</a:t>
            </a:r>
            <a:r>
              <a:rPr lang="en-US" sz="2200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3A1F2B"/>
          </a:solidFill>
          <a:ln w="12700">
            <a:solidFill>
              <a:srgbClr val="3A1F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37033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system: </a:t>
            </a:r>
            <a:r>
              <a:rPr lang="en-US" sz="16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Mumbai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548640" cy="548640"/>
          </a:xfrm>
          <a:prstGeom prst="ellipse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013" y="1702613"/>
            <a:ext cx="252374" cy="25237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48640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results win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486400" y="182880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old tool result lands after the user already corrected themselves.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754880" y="2514600"/>
            <a:ext cx="548640" cy="548640"/>
          </a:xfrm>
          <a:prstGeom prst="ellipse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3013" y="2662733"/>
            <a:ext cx="252374" cy="25237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486400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context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2788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correction throws away slots that were still valid.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754880" y="3474720"/>
            <a:ext cx="548640" cy="548640"/>
          </a:xfrm>
          <a:prstGeom prst="ellipse">
            <a:avLst/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3013" y="3622853"/>
            <a:ext cx="252374" cy="25237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86400" y="3429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bookings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0" y="37490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Re-sent requests run state-changing calls twice.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users don’t speak in complete, uninterrupted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path talks, slow path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37744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23774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stream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237744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40280" y="23774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/ interrupt manager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828800" y="2743200"/>
            <a:ext cx="274320" cy="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40480" y="1737360"/>
            <a:ext cx="0" cy="100584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2743200"/>
            <a:ext cx="182880" cy="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40480" y="1737360"/>
            <a:ext cx="182880" cy="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840480" y="2743200"/>
            <a:ext cx="182880" cy="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023360" y="137160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60520" y="13716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PATH  &lt;300 ms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023360" y="23774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160520" y="237744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PATH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1737360"/>
            <a:ext cx="182880" cy="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126480" y="2743200"/>
            <a:ext cx="182880" cy="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9360" y="137160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46520" y="13716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Slot-echoing acknowledgment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2377440"/>
            <a:ext cx="2377440" cy="731520"/>
          </a:xfrm>
          <a:prstGeom prst="roundRect">
            <a:avLst>
              <a:gd name="adj" fmla="val 10000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237744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Manifest-gated tool dispatch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74920" y="3108960"/>
            <a:ext cx="0" cy="41148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520440"/>
            <a:ext cx="5669280" cy="1097280"/>
          </a:xfrm>
          <a:prstGeom prst="roundRect">
            <a:avLst>
              <a:gd name="adj" fmla="val 6667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" y="36118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858768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Epoch-fenced call ledger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differential slot store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Read-set selective invalidation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4069080"/>
            <a:ext cx="182880" cy="0"/>
          </a:xfrm>
          <a:prstGeom prst="line">
            <a:avLst/>
          </a:prstGeom>
          <a:noFill/>
          <a:ln w="19050">
            <a:solidFill>
              <a:srgbClr val="9AA6C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309360" y="3520440"/>
            <a:ext cx="2377440" cy="1097280"/>
          </a:xfrm>
          <a:prstGeom prst="roundRect">
            <a:avLst>
              <a:gd name="adj" fmla="val 6667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35204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Truthfulness guard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Action queue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Epoch fencing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race-condition killer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691640"/>
            <a:ext cx="3749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carries an epoch number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interruption bumps the epoch (N → N+1) and cancels active calls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cancelled or older-epoch calls are silently dropped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480560" y="1554480"/>
            <a:ext cx="4206240" cy="2103120"/>
          </a:xfrm>
          <a:prstGeom prst="roundRect">
            <a:avLst>
              <a:gd name="adj" fmla="val 3478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17720" y="1554480"/>
            <a:ext cx="3977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is_result_stale(call_id, result_epoch):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rec = calls.get(call_id)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rec is None or rec.state == CANCELLED: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7A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True   # drop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E8E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result_epoch &lt; rec.epoch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3931920"/>
            <a:ext cx="548640" cy="5486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3" y="4080053"/>
            <a:ext cx="252374" cy="2523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39319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Mumbai bookings when the user said Delhi.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smart, not everything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3A1F2B"/>
          </a:solidFill>
          <a:ln w="12700">
            <a:solidFill>
              <a:srgbClr val="3A1F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APPROACH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105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→ cancel ALL tasks → restart everything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77640" cy="1097280"/>
          </a:xfrm>
          <a:prstGeom prst="roundRect">
            <a:avLst>
              <a:gd name="adj" fmla="val 6667"/>
            </a:avLst>
          </a:prstGeom>
          <a:solidFill>
            <a:srgbClr val="12343A"/>
          </a:solidFill>
          <a:ln w="12700">
            <a:solidFill>
              <a:srgbClr val="1234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5361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181051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→ cancel ONLY tasks that read the changed slot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E8E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changes destination = “Delhi”   </a:t>
            </a: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changed slots: {destination}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20040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search  (reads destination, date)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40880" y="327355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FF7A7A"/>
          </a:solidFill>
          <a:ln w="12700">
            <a:solidFill>
              <a:srgbClr val="FF7A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40880" y="3273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749040"/>
            <a:ext cx="8229600" cy="438912"/>
          </a:xfrm>
          <a:prstGeom prst="roundRect">
            <a:avLst>
              <a:gd name="adj" fmla="val 16667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74904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validator  (reads date only)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040880" y="3822192"/>
            <a:ext cx="1463040" cy="292608"/>
          </a:xfrm>
          <a:prstGeom prst="roundRect">
            <a:avLst>
              <a:gd name="adj" fmla="val 18750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40880" y="38221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work isn’t thrown away. Covered by test_read_set_selective_invalidation.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idempotency barrier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66928" y="1499616"/>
            <a:ext cx="329184" cy="32918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17320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required slots filled?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1417320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WAIT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2103120"/>
            <a:ext cx="329184" cy="32918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6928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020824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confidence ≥ 0.80?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206240" y="2020824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WAIT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24328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2706624"/>
            <a:ext cx="329184" cy="32918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6928" y="2706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051560" y="2624328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turn seen?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206240" y="2624328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WAIT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27832"/>
            <a:ext cx="5212080" cy="493776"/>
          </a:xfrm>
          <a:prstGeom prst="roundRect">
            <a:avLst>
              <a:gd name="adj" fmla="val 14815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" y="3310128"/>
            <a:ext cx="329184" cy="329184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3227832"/>
            <a:ext cx="31089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key unique?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206240" y="3227832"/>
            <a:ext cx="1325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7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 BLOCK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86200"/>
            <a:ext cx="5212080" cy="548640"/>
          </a:xfrm>
          <a:prstGeom prst="roundRect">
            <a:avLst>
              <a:gd name="adj" fmla="val 13333"/>
            </a:avLst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3886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with SHA-256 key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943600" y="1417320"/>
            <a:ext cx="2743200" cy="3017520"/>
          </a:xfrm>
          <a:prstGeom prst="roundRect">
            <a:avLst>
              <a:gd name="adj" fmla="val 2667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86600" y="1691640"/>
            <a:ext cx="548640" cy="54864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4733" y="1839773"/>
            <a:ext cx="252374" cy="252374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6126480" y="2423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blocked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126480" y="283464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state-changing calls can’t commit twice, even when the user re-sends within milliseconds.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126480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Fuzzer Test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#4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Multimodal grounding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frame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8288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text, objects, confidence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0" y="1938528"/>
            <a:ext cx="32004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606040" y="14173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15768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buffer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715768" y="18288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 of 10 frames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1938528"/>
            <a:ext cx="32004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4173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64608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Deictic detector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18288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error”, “on my screen”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1938528"/>
            <a:ext cx="320040" cy="0"/>
          </a:xfrm>
          <a:prstGeom prst="line">
            <a:avLst/>
          </a:prstGeom>
          <a:noFill/>
          <a:ln w="19050">
            <a:solidFill>
              <a:srgbClr val="5EEAD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903720" y="1417320"/>
            <a:ext cx="1828800" cy="1051560"/>
          </a:xfrm>
          <a:prstGeom prst="roundRect">
            <a:avLst>
              <a:gd name="adj" fmla="val 6957"/>
            </a:avLst>
          </a:prstGeom>
          <a:solidFill>
            <a:srgbClr val="12343A"/>
          </a:solidFill>
          <a:ln w="12700">
            <a:solidFill>
              <a:srgbClr val="1234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13448" y="150876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query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13448" y="1828800"/>
            <a:ext cx="16093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text added to the tool call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4937760" cy="1737360"/>
          </a:xfrm>
          <a:prstGeom prst="roundRect">
            <a:avLst>
              <a:gd name="adj" fmla="val 4211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28529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85800" y="307238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“What does THIS error mean?”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35661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" y="37856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result: Reset circuit breaker and reboot device.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623560" y="2743200"/>
            <a:ext cx="3063240" cy="1737360"/>
          </a:xfrm>
          <a:prstGeom prst="roundRect">
            <a:avLst>
              <a:gd name="adj" fmla="val 4211"/>
            </a:avLst>
          </a:prstGeom>
          <a:solidFill>
            <a:srgbClr val="1E2747"/>
          </a:solidFill>
          <a:ln w="12700">
            <a:solidFill>
              <a:srgbClr val="1E27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292608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604" y="3049524"/>
            <a:ext cx="210312" cy="210312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5852160" y="352044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below 0.60 → ask a clarifying question instead of guessing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multimodal scenarios carry a 1.5× multiplier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474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it yourself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417320"/>
          </a:xfrm>
          <a:prstGeom prst="roundRect">
            <a:avLst>
              <a:gd name="adj" fmla="val 5161"/>
            </a:avLst>
          </a:prstGeom>
          <a:solidFill>
            <a:srgbClr val="0F1530"/>
          </a:solidFill>
          <a:ln w="12700">
            <a:solidFill>
              <a:srgbClr val="0F153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7772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clone https://github.com/&lt;user&gt;/interruptible-realtime-agent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cd interruptible-realtime-agent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8E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pip install -r requirements.txt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src/fuzzer.py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24612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3369564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Self-repair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087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“Mumbai → Delhi”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324612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2444" y="3369564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2900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Zero duplicates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4087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under rapid re-sends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35040" y="3108960"/>
            <a:ext cx="2651760" cy="1417320"/>
          </a:xfrm>
          <a:prstGeom prst="roundRect">
            <a:avLst>
              <a:gd name="adj" fmla="val 5161"/>
            </a:avLst>
          </a:prstGeom>
          <a:solidFill>
            <a:srgbClr val="151B33"/>
          </a:solidFill>
          <a:ln w="12700">
            <a:solidFill>
              <a:srgbClr val="151B33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3246120"/>
            <a:ext cx="457200" cy="457200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1364" y="3369564"/>
            <a:ext cx="210312" cy="21031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217920" y="3794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E8E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Multimodal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408736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grounding from a live video frame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86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A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Interruptible Real-Time Voice Agent  ·  Theme 05  ·  Hackathon 2026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926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on: Python 3.12 · asyncio · Pydantic v2 · Virtual Clock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E8EC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best voice agent is the one that listens — even when interrupted.”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757</Words>
  <Application>Microsoft Office PowerPoint</Application>
  <PresentationFormat>On-screen Show (16:9)</PresentationFormat>
  <Paragraphs>125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Interruptible Real-Time Voice Agent</dc:title>
  <dc:subject>PptxGenJS Presentation</dc:subject>
  <dc:creator>PptxGenJS</dc:creator>
  <cp:lastModifiedBy>RAGHUL K</cp:lastModifiedBy>
  <cp:revision>2</cp:revision>
  <dcterms:created xsi:type="dcterms:W3CDTF">2026-09-30T19:20:24Z</dcterms:created>
  <dcterms:modified xsi:type="dcterms:W3CDTF">2026-09-30T19:24:09Z</dcterms:modified>
</cp:coreProperties>
</file>